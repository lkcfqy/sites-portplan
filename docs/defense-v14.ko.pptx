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01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더 싼 계획을 고를 때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내일의 필수 창고 부담도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V14 연구는 기존 V13 guard를 자연 D0부터 평가합니다. 새로운 V14 알고리즘이나 미래 예측 모형을 만들었다는 주장이 아닙니다.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공개 정보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요금 + 필요 창고 M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기한 내 검산·선택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합성 일 단위 연구입니다. 전역 최적·미래 안전·기업 실현 절감·대회 순위를 보장하지 않습니다.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02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반출·연속 적출·반납을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하나의 날짜 장부에서 검산합니다.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주문은 시작부터 알려집니다. 계획기는 당일 공개 관측과 실제 실행 잠금만 받고, 미래 미공지 충격은 받지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날짜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자원·제약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반출 p / 반납 r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각각 운송 작업; 방출·납기·과거 잠금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연속 적출 u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연속 창고 일수; 순서와 완료 기한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체류 p부터 r 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staging 용량; 비용과 실행 장부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경로·기사 시간·예약 슬롯·실제 계약 청구는 이 일 단위 모형의 검증 범위 밖입니다.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03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자료와 재현 가능한 연구로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근거와 가정을 구분합니다.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요율·관측·수학 기준과 합성 주문 실험은 서로 다른 증거입니다. 기업 주문·연락처·견적·파일럿은 선택 확장입니다.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가능한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요율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명시한 요금 함수 재계산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기준·관측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그 자료에 한정한 검증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새 합성 주문·충격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고정 모형에서 방법 간 비교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합성 결과를 실단·실현 매출·기업 채택으로 바꾸어 쓰지 않습니다. 기업 자료는 이 연구의 선행 조건이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04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V13은 엄격한 요금 개선에도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필요 창고 지표의 비증가를 요구합니다.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유효 초기해가 있으면 더 싼 native 후보도 완전한 M 비교가 기한 안에 끝나고 M이 늘지 않을 때만 교체합니다. 동률이면 M이 엄격히 줄어야 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상태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선택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기한 내 완전 incumbent 있음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엄격 절감 + M 비증가 / 동률 + M 감소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점수 불완전·늦음·오류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이미 검산된 incumbent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유효 incumbent 없음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유일한 완전 후보를 M만으로 거부하지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M은 현재 정보의 필요 하한 대리량입니다. 낮은 M도 미공지 충격에서 완주하거나 복구할 충분조건은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05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144개 새 업무 장면을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동일한 일곱 방법으로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분포와 스트레스는 각 72장면입니다. 장면별 세 시계 반복은 새 업무 표본 세 개가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15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고정 항목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선언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행렬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 기작 × 2 용량 × 24/50/100 × 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업무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791001–791072 / 792001–792072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반복·bootstrap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79011/79023/79039; 800001 × 2000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전체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144 × 3 × 7 = 3024; 전부 최초 결과 보존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471987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576762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기존 주문·과거 강제 prefix·개발 endpoint import 없이 매회 자연 D0에서 시작합니다. 실패·중복·비싼 결과를 교체하지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06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200ms 협력 호출과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5초 냉시작 수명주기를 함께 보존합니다.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구성·native·현재 감사·M 점수·선택이 같은 200ms를 나눕니다. 부모 5초는 시작 전부터 정상 종료·전체 그룹 정리·최종 감사까지 포함합니다.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15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포함·접수 조건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일별 200ms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협력 예산; 함수 반환의 하드 보장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부모 5000ms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import / ready / 전체 경로 / close / IPC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 접수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정상 exit0 + ESRCH 그룹 소멸 + 최종 부모 기한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증거 누락·기한 실패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fees·history는 null/unknown; 원문 별도 보존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471987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576762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먼저 final을 보냈다는 이유만으로 완주를 인정하지 않습니다. 정상 종료·정리·최종 접수가 같은 5초 안이어야 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07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분포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완주와 초기·후속 실패를 분리합니다.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완료는 부모 수명주기까지 접수된 전체 실행입니다. D0와 후속 실패를 합쳐 초기해 개선으로 포장하지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68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143000"/>
                <a:gridCol w="2714625"/>
                <a:gridCol w="2714625"/>
                <a:gridCol w="2914650"/>
              </a:tblGrid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후속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미확보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137/216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137/216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171/216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V13 guard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171/216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00443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10920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각 방법 72장면 × 3시계 = 216회. unknown은 물리 실패의 증명이 아니며, 초기 수락이 전체 완주를 보장하지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08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분포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V13의 이득·손실을 각 기준별로 보존합니다.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이득은 기준 미완료·V13 완료, 손실은 기준 완료·V13 미완료입니다. 비용 분모는 해당 쌍이 함께 완료한 반복만 사용합니다.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020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 이득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 손실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비용 장면/회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57/171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51/153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50/150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46/137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50/150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46/137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33495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43972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다른 기준의 이득이나 순완료 증가는 손실 한 건을 상쇄하지 않습니다. 모든 손실 ID는 중·한 보고서 부록에 있습니다.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09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분포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완료 집합에서 두 비용과 변경을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절감률의 양수는 V13이 저렴함을 뜻합니다. 전부 음수인 구간은 조건부 비용 악화이며, 0 포함은 안정적 절감의 증거가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173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143000"/>
                <a:gridCol w="2714625"/>
                <a:gridCol w="2714625"/>
                <a:gridCol w="2914650"/>
              </a:tblGrid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기준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장면/회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95% CI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증분 95% CI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원합 / 알려진 n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57/171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[-7.7964, -0.8260]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[-13.5605, -1.4634]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18,257 → 21,691 / n=171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51/153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[-7.0303, -0.5766]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[-12.4335, -1.0372]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13,593 → 16,861 / n=153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50/150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[-7.1581, -0.6079]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[-12.5053, -1.0902]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10,710 → 16,735 / n=150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46/137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[-2.6611, 6.0444]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[-4.5664, 10.2492]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6,289 → 17,371 / n=137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50/150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[-7.1415, -0.6391]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[-12.7782, -1.1537]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47,073 → 15,982 / n=150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46/137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[-2.1698, 6.0728]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[-3.6937, 10.3473]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6,206 → 17,371 / n=137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488180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592955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비용은 장면 등가중, 변경은 같은 완료 집합의 알려진 원이벤트 합과 자체 n입니다. 시계 반복을 독립 CI 표본으로 보지 않습니다. 구간은 기술적 주변구간이며 동시 우월 보장이 아닙니다. CI는 약 소수 4자리로 표시하고 작은 값의 부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호는 보존합니다. 전체 정밀도는 보고서·JSON을 참조합니다.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10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분포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일곱 방법 공통 완료 부분집합을 따로 둡니다.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공통 41장면 / 122회. 장면 내 평균 뒤 장면을 등가중 합산한 조건부 수치입니다.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51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증분요금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417,091,867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241,751,517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1,486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416,303,800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240,963,450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1,507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393,118,400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217,778,050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13,108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393,254,400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217,914,050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2,736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393,299,400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217,959,050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3,470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393,299,400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217,959,050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3,242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V13 guard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407,209,850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231,869,500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4,507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66434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7121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표본 완료 손실을 이 표로 덮지 않습니다. 변경을 임의의 KRW 가중치로 바꾸거나 서로 다른 분모를 혼합하지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11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완주와 초기·후속 실패를 분리합니다.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완료는 부모 수명주기까지 접수된 전체 실행입니다. D0와 후속 실패를 합쳐 초기해 개선으로 포장하지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68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143000"/>
                <a:gridCol w="2714625"/>
                <a:gridCol w="2714625"/>
                <a:gridCol w="2914650"/>
              </a:tblGrid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후속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미확보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87/216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86/216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116/216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117/216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118/216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126/216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V13 guard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124/216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00443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10920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각 방법 72장면 × 3시계 = 216회. unknown은 물리 실패의 증명이 아니며, 초기 수락이 전체 완주를 보장하지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12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V13의 이득·손실을 각 기준별로 보존합니다.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이득은 기준 미완료·V13 완료, 손실은 기준 완료·V13 미완료입니다. 비용 분모는 해당 쌍이 함께 완료한 반복만 사용합니다.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020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 이득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 손실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비용 장면/회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41/121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39/114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38/113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29/86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38/112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29/87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33495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43972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다른 기준의 이득이나 순완료 증가는 손실 한 건을 상쇄하지 않습니다. 모든 손실 ID는 중·한 보고서 부록에 있습니다.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13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완료 집합에서 두 비용과 변경을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절감률의 양수는 V13이 저렴함을 뜻합니다. 전부 음수인 구간은 조건부 비용 악화이며, 0 포함은 안정적 절감의 증거가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173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143000"/>
                <a:gridCol w="2714625"/>
                <a:gridCol w="2714625"/>
                <a:gridCol w="2914650"/>
              </a:tblGrid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기준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장면/회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95% CI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증분 95% CI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원합 / 알려진 n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41/121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[-17.0281, -6.6523]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[-29.4627, -11.1780]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19,842 → 23,586 / n=121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39/114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[-17.2183, -6.7309]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[-30.1866, -11.3481]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17,265 → 20,611 / n=114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38/113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[-15.4673, -6.0972]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[-27.6165, -10.1917]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14,355 → 20,043 / n=113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29/86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[-9.2027, -1.1822]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[-15.7328, -1.9676]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9,073 → 17,844 / n=86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38/112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[-17.7790, -6.6128]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[-31.0234, -11.2647]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41,905 → 21,476 / n=112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29/87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[-9.1678, -1.1379]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[-15.7348, -1.9155]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9,142 → 17,970 / n=87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488180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592955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비용은 장면 등가중, 변경은 같은 완료 집합의 알려진 원이벤트 합과 자체 n입니다. 시계 반복을 독립 CI 표본으로 보지 않습니다. 구간은 기술적 주변구간이며 동시 우월 보장이 아닙니다. CI는 약 소수 4자리로 표시하고 작은 값의 부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호는 보존합니다. 전체 정밀도는 보고서·JSON을 참조합니다.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14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일곱 방법 공통 완료 부분집합을 따로 둡니다.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공통 25장면 / 74회. 장면 내 평균 뒤 장면을 등가중 합산한 조건부 수치입니다.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51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증분요금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341,383,733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201,979,133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2,303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341,259,083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201,854,483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2,318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326,268,850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186,864,250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8,394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326,550,650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187,146,050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2,968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326,479,750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187,075,150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3,624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326,642,850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187,238,250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3,815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V13 guard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359,948,200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220,543,600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4,651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66434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7121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표본 완료 손실을 이 표로 덮지 않습니다. 변경을 임의의 KRW 가중치로 바꾸거나 서로 다른 분모를 혼합하지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15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완료 기본문턱과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비용·변경 안정성 주장을 구분합니다.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기본문턱은 완전 panel과 여섯 기준 모두의 완료 손실 0입니다. native 안정성은 같은 쌍의 변경 엄격 감소와 두 비용 구간 조건을 별도로 요구합니다.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294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panel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관측 기본 자격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안정성 허용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분포 · 새 주문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 · 새 주문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60902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371379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통과도 이 모형·포함 기준의 필요 관측 조건일 뿐입니다. 비용 조건을 몰래 기본 자격에 더하거나 빼지 않으며 실무 기본값·우승 보장이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16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불리한 식별자와 원문을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보고서 부록에서 빠짐없이 공개합니다.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14개 사전 비교의 완료 손실·비용 악화 식별자 2349개 출현을 원영수증에서 재도출했습니다. 변경 악화 ID도 별도로 나열합니다.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보존 대상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보고 방식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모든 비교의 완료 손실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중·한 보고서 부록; 반복 ID 전부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총·증분 비용 악화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장면 ID와 반복 ID; 조건부 분모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악화·unknown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원영수증 재도출; null을 0으로 바꾸지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ID가 여러 비교에 나올 수 있어 출현 수는 독립 업무 표본 수가 아닙니다. 실패 경로의 null 비용을 성공 비용과 비교하지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17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최초 실행·물리·통계·소스를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SHA 사슬에 묶습니다.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두 독립 Python 구현은 내부 검산입니다. 기록된 시계·OS·원격 push 관측은 외부 인증이나 제삼자 보증이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420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SHA-256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6294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정식 최초 index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a0081a725e21a019c783bffe5b3c0e8aedf8f8b29903564fa04fa1ee53a2f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cb9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6294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물리·선택 검산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4aef29303ef9872a5bf4bb85b0a7731fb3acb34e090a68981a975d7111e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0ab8f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6294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통계 검산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95d2021efb5d8d20e31eea18b3b2cb5a15732b557b6c391f8eff7d30fefd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8a48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734877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839652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원입력·실행 물리 장부·선택 증거·실패·동결 source를 보존합니다. V12 정식 결과와 V13 개발 결과는 다시 쓰지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18 / PORTPLAN V14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제출 준비와 본인 수행은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각각 검토해야 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 자료는 AI 도움으로 만든 연구·발표 초안입니다. 본인의 자격·등록·당해 AI 규칙·기여·재현·발표 이해는 자동으로 인증되지 않습니다.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본인 근거 확인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출력에서 재현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질문에 본인 설명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기업 연락처를 선행 조건으로 요구하지 않습니다. 모델 범위와 실제 실패를 설명하고 대회 공식 요구에 맞춰 본인이 최종 검토합니다.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V14 /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PortPlan V14 · Korean competition preparation</dc:title>
  <dc:subject>Editable result-driven research deck; synthetic daily model</dc:subject>
  <dc:creator>AI-assisted PortPlan research; entrant verification pending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