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01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요금이라면 유효한 날짜를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그대로 유지할 수 있을까요?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PortPlan V10은 원래 native HiGHS가 계산한 새 후보와 현재 유효 계획을 같은 관측 정보로 재검사합니다. 실제 요금이 엄격히 낮을 때만 계획을 교체합니다.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현재 유효 계획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native 후보·같은 요금?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동률 유지 / 엄격 절감 교체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6286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4191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선언된 관측 문턱을 모두 충족하지 못했습니다. V10은 실험 선택 항목이며 기본값 권고 조건을 충족하지 않았습니다. V10 동일 생성분포 · 새 주문 시드 156/216; 스트레스 · 새 주문 시드 132/216 / native 동일 생성분포 · 새 주문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시드 153/216; 스트레스 · 새 주문 시드 120/216. 알려진 합성 주문의 일 단위 모형이며 실제 기업 절감·우승 확률이 아닙니다.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02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반출·적출·반납과 요금을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하나의 날짜 장부로 연결합니다.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반출·반납은 각각 운송 작업을 사용합니다. 적출은 연속 창고 일수를 차지하고, 반출부터 반납 전까지 체류 공간을 점유합니다.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7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모형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계산할 항목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미포함 범위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반출 p / 적출 u / 반납 r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방출·납기·선후행·실행 잠금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도로 경로·예약·기사 근무시간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일별 운송·창고·체류 [p,r)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용량·연속 점유·container/TEU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시간대별 실운영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PNC 보관료 / Maersk D&amp;D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공개 요율·명시한 기산일 해석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계약·실제 청구·세금 검증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9147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01954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기존 주문은 시작 시 모두 알려집니다. 비용 목표는 선언한 두 요금이며 신규 주문 도착이나 전체 물류 원가가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03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V9의 한계도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수정하지 않은 이전 결과로 남깁니다.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V9는 V8의 늦은 후보 전달을 개선했지만 V7에 대한 일관된 향상을 보이지 않았습니다. 이를 V10의 다른 새 주문 입력과 빼서 개선량으로 만들지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7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이전 V9 평가 · 별도 입력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완주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완주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생성분포 ·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150/216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150/216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스트레스 ·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84/216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85/216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5147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36195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이전 V8/V9 최초 입력·반복·실패·비용 악화는 그대로 보존합니다. 같은 새 V10 입력에서 함께 실행한 정책끼리만 이번 차이를 계산합니다.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04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V10: 단 한 번의 native MILP와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엄격한 비용 교체 규칙입니다.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현재 cache를 재가격·물리/잠금 검사한 뒤 원래 native 서비스를 한 번 호출합니다. 현재 유효 cache보다 추가 요금이 엄격히 낮은 적시 후보만 교체합니다.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cache 재가격·검사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native MILP 1회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엄격 절감만 교체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비교 epsilon은 고정 0.000001원입니다. 동일/더 높은 요금은 유지합니다. cache가 없거나 무효이면 기존 복구 방식으로 완전 후보를 구합니다.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05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날짜 유지의 의미와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보장하지 않는 것을 구분합니다.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비용의 후보를 거부하면 그 호출의 불필요한 변경을 피할 수 있습니다. 엄격히 더 저렴한 후보는 여러 날짜를 바꿀 수 있고 이후 경로도 달라집니다.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구현한 것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구현/증명하지 않은 것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요금의 유효 cache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전체 경로 최소 변경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strict fee replacement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두 번째 단계 사전식/lexicographic 최적화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같은 native 요금 목표·1회 solve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1회를 임의 원화 가중치로 환산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현재 관측·실행 잠금 검사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미래 충격의 완주·비용 보장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더 적은 날짜 변경과 비용·완주의 교환관계는 실험에서 확인합니다. 지역 선택 규칙을 전역 안정성 정리로 표현하지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06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native 기준과 웹 시연을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정확히 구분합니다.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V10과 원래 HiGHS는 같은 native Python 서비스·모형·수치 예산을 사용합니다. 초기화, IPC, 날짜 복사·재가격·검사는 전체 기한에 포함합니다.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항목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실행 범위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/ 원래 native 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오프라인 연구 worker와 Python/HiGHS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웹 브라우저 계획기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기존 GLPK와 합성 입력 시뮬레이터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일별 / 전체 냉 기한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200ms / 부모 5,000ms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검산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기록 시각 일관성·독립 날짜/요율 재구성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웹에서 native HiGHS를 실행한다고 주장하지 않습니다. 내부 기록 검산은 외부 시계 인증·같은 CPU 시간·절대 실시간 보장이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07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기존 생성·충격 메커니즘에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새 주문 시드를 사전 고정했습니다.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144개 업무 시나리오 × 5개 정책 × 3개 알고리즘/타이밍 반복 = 2,160개 episode. 반복은 새 독립 업무 표본이 아닙니다.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 / 반복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범위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생성분포 72개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기존 생성기·기존 충격;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스트레스 72개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기존 V8/V9 충격 catalog;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모든 정책·반복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순차 냉 worker; 순서 순환; 모든 실패 보존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해석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패널별 보고; 입력 교체·실패 재추첨 없음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구현·예산·분석을 새 입력 생성 전에 고정합니다. 144개 업무 시나리오를 432개 독립 사례로 세지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08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생성분포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조건부 비용보다 전체 완주를 먼저 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완주는 물리 행동과 최종 검사를 부모 기한 내 수락한 경우입니다. 미확보 이력과 비용은 null이며 물리 불가능이나 0원으로 바꾸지 않습니다.</a:t>
            </a:r>
          </a:p>
        </p:txBody>
      </p:sp>
      <p:sp>
        <p:nvSpPr>
          <p:cNvPr id="5" name="Chart method label"/>
          <p:cNvSpPr txBox="1"/>
          <p:nvPr/>
        </p:nvSpPr>
        <p:spPr>
          <a:xfrm>
            <a:off x="590550" y="21907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V5 유효 계획 유지</a:t>
            </a:r>
          </a:p>
        </p:txBody>
      </p:sp>
      <p:sp>
        <p:nvSpPr>
          <p:cNvPr id="6" name="Editable completion bar track"/>
          <p:cNvSpPr/>
          <p:nvPr/>
        </p:nvSpPr>
        <p:spPr>
          <a:xfrm>
            <a:off x="3067050" y="21812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completion bar"/>
          <p:cNvSpPr/>
          <p:nvPr/>
        </p:nvSpPr>
        <p:spPr>
          <a:xfrm>
            <a:off x="3067050" y="2181225"/>
            <a:ext cx="3120319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rt exact value"/>
          <p:cNvSpPr txBox="1"/>
          <p:nvPr/>
        </p:nvSpPr>
        <p:spPr>
          <a:xfrm>
            <a:off x="8801100" y="21812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122/216 · 3/3 40 · 미확보 0</a:t>
            </a:r>
          </a:p>
        </p:txBody>
      </p:sp>
      <p:sp>
        <p:nvSpPr>
          <p:cNvPr id="9" name="Chart method label"/>
          <p:cNvSpPr txBox="1"/>
          <p:nvPr/>
        </p:nvSpPr>
        <p:spPr>
          <a:xfrm>
            <a:off x="590550" y="2695575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V7 비용 다듬기</a:t>
            </a:r>
          </a:p>
        </p:txBody>
      </p:sp>
      <p:sp>
        <p:nvSpPr>
          <p:cNvPr id="10" name="Editable completion bar track"/>
          <p:cNvSpPr/>
          <p:nvPr/>
        </p:nvSpPr>
        <p:spPr>
          <a:xfrm>
            <a:off x="3067050" y="268605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completion bar"/>
          <p:cNvSpPr/>
          <p:nvPr/>
        </p:nvSpPr>
        <p:spPr>
          <a:xfrm>
            <a:off x="3067050" y="2686050"/>
            <a:ext cx="3683000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 exact value"/>
          <p:cNvSpPr txBox="1"/>
          <p:nvPr/>
        </p:nvSpPr>
        <p:spPr>
          <a:xfrm>
            <a:off x="8801100" y="268605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144/216 · 3/3 48 · 미확보 0</a:t>
            </a:r>
          </a:p>
        </p:txBody>
      </p:sp>
      <p:sp>
        <p:nvSpPr>
          <p:cNvPr id="13" name="Chart method label"/>
          <p:cNvSpPr txBox="1"/>
          <p:nvPr/>
        </p:nvSpPr>
        <p:spPr>
          <a:xfrm>
            <a:off x="590550" y="320040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V9 적시 후보 전달</a:t>
            </a:r>
          </a:p>
        </p:txBody>
      </p:sp>
      <p:sp>
        <p:nvSpPr>
          <p:cNvPr id="14" name="Editable completion bar track"/>
          <p:cNvSpPr/>
          <p:nvPr/>
        </p:nvSpPr>
        <p:spPr>
          <a:xfrm>
            <a:off x="3067050" y="319087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completion bar"/>
          <p:cNvSpPr/>
          <p:nvPr/>
        </p:nvSpPr>
        <p:spPr>
          <a:xfrm>
            <a:off x="3067050" y="3190875"/>
            <a:ext cx="3708576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 exact value"/>
          <p:cNvSpPr txBox="1"/>
          <p:nvPr/>
        </p:nvSpPr>
        <p:spPr>
          <a:xfrm>
            <a:off x="8801100" y="319087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145/216 · 3/3 48 · 미확보 0</a:t>
            </a:r>
          </a:p>
        </p:txBody>
      </p:sp>
      <p:sp>
        <p:nvSpPr>
          <p:cNvPr id="17" name="Chart method label"/>
          <p:cNvSpPr txBox="1"/>
          <p:nvPr/>
        </p:nvSpPr>
        <p:spPr>
          <a:xfrm>
            <a:off x="590550" y="3705224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독립 native HiGHS</a:t>
            </a:r>
          </a:p>
        </p:txBody>
      </p:sp>
      <p:sp>
        <p:nvSpPr>
          <p:cNvPr id="18" name="Editable completion bar track"/>
          <p:cNvSpPr/>
          <p:nvPr/>
        </p:nvSpPr>
        <p:spPr>
          <a:xfrm>
            <a:off x="3067050" y="369570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completion bar"/>
          <p:cNvSpPr/>
          <p:nvPr/>
        </p:nvSpPr>
        <p:spPr>
          <a:xfrm>
            <a:off x="3067050" y="3695700"/>
            <a:ext cx="3913187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 exact value"/>
          <p:cNvSpPr txBox="1"/>
          <p:nvPr/>
        </p:nvSpPr>
        <p:spPr>
          <a:xfrm>
            <a:off x="8801100" y="369570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153/216 · 3/3 51 · 미확보 0</a:t>
            </a:r>
          </a:p>
        </p:txBody>
      </p:sp>
      <p:sp>
        <p:nvSpPr>
          <p:cNvPr id="21" name="Chart method label"/>
          <p:cNvSpPr txBox="1"/>
          <p:nvPr/>
        </p:nvSpPr>
        <p:spPr>
          <a:xfrm>
            <a:off x="590550" y="42100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V10 동일 요금 계획 유지</a:t>
            </a:r>
          </a:p>
        </p:txBody>
      </p:sp>
      <p:sp>
        <p:nvSpPr>
          <p:cNvPr id="22" name="Editable completion bar track"/>
          <p:cNvSpPr/>
          <p:nvPr/>
        </p:nvSpPr>
        <p:spPr>
          <a:xfrm>
            <a:off x="3067050" y="42005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completion bar"/>
          <p:cNvSpPr/>
          <p:nvPr/>
        </p:nvSpPr>
        <p:spPr>
          <a:xfrm>
            <a:off x="3067050" y="4200525"/>
            <a:ext cx="3989916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 exact value"/>
          <p:cNvSpPr txBox="1"/>
          <p:nvPr/>
        </p:nvSpPr>
        <p:spPr>
          <a:xfrm>
            <a:off x="8801100" y="42005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156/216 · 3/3 52 · 미확보 0</a:t>
            </a:r>
          </a:p>
        </p:txBody>
      </p:sp>
      <p:sp>
        <p:nvSpPr>
          <p:cNvPr id="25" name="Editable boundary note background"/>
          <p:cNvSpPr/>
          <p:nvPr/>
        </p:nvSpPr>
        <p:spPr>
          <a:xfrm>
            <a:off x="590550" y="474345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idence boundary note"/>
          <p:cNvSpPr txBox="1"/>
          <p:nvPr/>
        </p:nvSpPr>
        <p:spPr>
          <a:xfrm>
            <a:off x="781050" y="484822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episode 완주 수, 세 반복 모두 완주한 시나리오, 이력 미확보를 분리합니다. 조건부 Pareto가 전체 완주 손실을 덮지 않습니다.</a:t>
            </a:r>
          </a:p>
        </p:txBody>
      </p:sp>
      <p:sp>
        <p:nvSpPr>
          <p:cNvPr id="27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28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09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생성분포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공동 완주 반복의 요금만 비교합니다.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양수 절감은 기준 − 후보입니다. 시나리오 내 일치하는 공동 완주 반복을 평균한 뒤 시나리오를 동일 가중합니다.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40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후보 / 기준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 / 쌍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낮음/동일/높음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 / 독립 na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tive 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51 / 153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-0.01%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-0.02%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3/42/6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 / V9 적시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 후보 전달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44 / 130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5.37%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9.13%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19/24/1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 / V7 비용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 다듬기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43 / 129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5.41%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9.18%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19/23/1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 / V5 유효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 계획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38 / 114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0.57%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1.01%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13/22/3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 / V7 비용 다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42 / 126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5.45%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9.18%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19/22/1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715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819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비교별 분모가 다릅니다. 구간이 0을 포함하면 안정적인 비용 우위를 주장하지 않습니다. 모든 악화 ID와 조건부 구간은 보고서에 보존합니다.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10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조건부 비용보다 전체 완주를 먼저 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완주는 물리 행동과 최종 검사를 부모 기한 내 수락한 경우입니다. 미확보 이력과 비용은 null이며 물리 불가능이나 0원으로 바꾸지 않습니다.</a:t>
            </a:r>
          </a:p>
        </p:txBody>
      </p:sp>
      <p:sp>
        <p:nvSpPr>
          <p:cNvPr id="5" name="Chart method label"/>
          <p:cNvSpPr txBox="1"/>
          <p:nvPr/>
        </p:nvSpPr>
        <p:spPr>
          <a:xfrm>
            <a:off x="590550" y="21907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V5 유효 계획 유지</a:t>
            </a:r>
          </a:p>
        </p:txBody>
      </p:sp>
      <p:sp>
        <p:nvSpPr>
          <p:cNvPr id="6" name="Editable completion bar track"/>
          <p:cNvSpPr/>
          <p:nvPr/>
        </p:nvSpPr>
        <p:spPr>
          <a:xfrm>
            <a:off x="3067050" y="21812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completion bar"/>
          <p:cNvSpPr/>
          <p:nvPr/>
        </p:nvSpPr>
        <p:spPr>
          <a:xfrm>
            <a:off x="3067050" y="2181225"/>
            <a:ext cx="2071687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rt exact value"/>
          <p:cNvSpPr txBox="1"/>
          <p:nvPr/>
        </p:nvSpPr>
        <p:spPr>
          <a:xfrm>
            <a:off x="8801100" y="21812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81/216 · 3/3 27 · 미확보 0</a:t>
            </a:r>
          </a:p>
        </p:txBody>
      </p:sp>
      <p:sp>
        <p:nvSpPr>
          <p:cNvPr id="9" name="Chart method label"/>
          <p:cNvSpPr txBox="1"/>
          <p:nvPr/>
        </p:nvSpPr>
        <p:spPr>
          <a:xfrm>
            <a:off x="590550" y="2695575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V7 비용 다듬기</a:t>
            </a:r>
          </a:p>
        </p:txBody>
      </p:sp>
      <p:sp>
        <p:nvSpPr>
          <p:cNvPr id="10" name="Editable completion bar track"/>
          <p:cNvSpPr/>
          <p:nvPr/>
        </p:nvSpPr>
        <p:spPr>
          <a:xfrm>
            <a:off x="3067050" y="268605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completion bar"/>
          <p:cNvSpPr/>
          <p:nvPr/>
        </p:nvSpPr>
        <p:spPr>
          <a:xfrm>
            <a:off x="3067050" y="2686050"/>
            <a:ext cx="2736673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 exact value"/>
          <p:cNvSpPr txBox="1"/>
          <p:nvPr/>
        </p:nvSpPr>
        <p:spPr>
          <a:xfrm>
            <a:off x="8801100" y="268605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107/216 · 3/3 35 · 미확보 0</a:t>
            </a:r>
          </a:p>
        </p:txBody>
      </p:sp>
      <p:sp>
        <p:nvSpPr>
          <p:cNvPr id="13" name="Chart method label"/>
          <p:cNvSpPr txBox="1"/>
          <p:nvPr/>
        </p:nvSpPr>
        <p:spPr>
          <a:xfrm>
            <a:off x="590550" y="320040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V9 적시 후보 전달</a:t>
            </a:r>
          </a:p>
        </p:txBody>
      </p:sp>
      <p:sp>
        <p:nvSpPr>
          <p:cNvPr id="14" name="Editable completion bar track"/>
          <p:cNvSpPr/>
          <p:nvPr/>
        </p:nvSpPr>
        <p:spPr>
          <a:xfrm>
            <a:off x="3067050" y="319087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completion bar"/>
          <p:cNvSpPr/>
          <p:nvPr/>
        </p:nvSpPr>
        <p:spPr>
          <a:xfrm>
            <a:off x="3067050" y="3190875"/>
            <a:ext cx="2762250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 exact value"/>
          <p:cNvSpPr txBox="1"/>
          <p:nvPr/>
        </p:nvSpPr>
        <p:spPr>
          <a:xfrm>
            <a:off x="8801100" y="319087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108/216 · 3/3 36 · 미확보 0</a:t>
            </a:r>
          </a:p>
        </p:txBody>
      </p:sp>
      <p:sp>
        <p:nvSpPr>
          <p:cNvPr id="17" name="Chart method label"/>
          <p:cNvSpPr txBox="1"/>
          <p:nvPr/>
        </p:nvSpPr>
        <p:spPr>
          <a:xfrm>
            <a:off x="590550" y="3705224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독립 native HiGHS</a:t>
            </a:r>
          </a:p>
        </p:txBody>
      </p:sp>
      <p:sp>
        <p:nvSpPr>
          <p:cNvPr id="18" name="Editable completion bar track"/>
          <p:cNvSpPr/>
          <p:nvPr/>
        </p:nvSpPr>
        <p:spPr>
          <a:xfrm>
            <a:off x="3067050" y="369570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completion bar"/>
          <p:cNvSpPr/>
          <p:nvPr/>
        </p:nvSpPr>
        <p:spPr>
          <a:xfrm>
            <a:off x="3067050" y="3695700"/>
            <a:ext cx="3069166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 exact value"/>
          <p:cNvSpPr txBox="1"/>
          <p:nvPr/>
        </p:nvSpPr>
        <p:spPr>
          <a:xfrm>
            <a:off x="8801100" y="369570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120/216 · 3/3 40 · 미확보 0</a:t>
            </a:r>
          </a:p>
        </p:txBody>
      </p:sp>
      <p:sp>
        <p:nvSpPr>
          <p:cNvPr id="21" name="Chart method label"/>
          <p:cNvSpPr txBox="1"/>
          <p:nvPr/>
        </p:nvSpPr>
        <p:spPr>
          <a:xfrm>
            <a:off x="590550" y="42100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V10 동일 요금 계획 유지</a:t>
            </a:r>
          </a:p>
        </p:txBody>
      </p:sp>
      <p:sp>
        <p:nvSpPr>
          <p:cNvPr id="22" name="Editable completion bar track"/>
          <p:cNvSpPr/>
          <p:nvPr/>
        </p:nvSpPr>
        <p:spPr>
          <a:xfrm>
            <a:off x="3067050" y="42005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completion bar"/>
          <p:cNvSpPr/>
          <p:nvPr/>
        </p:nvSpPr>
        <p:spPr>
          <a:xfrm>
            <a:off x="3067050" y="4200525"/>
            <a:ext cx="3376083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 exact value"/>
          <p:cNvSpPr txBox="1"/>
          <p:nvPr/>
        </p:nvSpPr>
        <p:spPr>
          <a:xfrm>
            <a:off x="8801100" y="42005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132/216 · 3/3 44 · 미확보 0</a:t>
            </a:r>
          </a:p>
        </p:txBody>
      </p:sp>
      <p:sp>
        <p:nvSpPr>
          <p:cNvPr id="25" name="Editable boundary note background"/>
          <p:cNvSpPr/>
          <p:nvPr/>
        </p:nvSpPr>
        <p:spPr>
          <a:xfrm>
            <a:off x="590550" y="474345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idence boundary note"/>
          <p:cNvSpPr txBox="1"/>
          <p:nvPr/>
        </p:nvSpPr>
        <p:spPr>
          <a:xfrm>
            <a:off x="781050" y="484822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episode 완주 수, 세 반복 모두 완주한 시나리오, 이력 미확보를 분리합니다. 조건부 Pareto가 전체 완주 손실을 덮지 않습니다.</a:t>
            </a:r>
          </a:p>
        </p:txBody>
      </p:sp>
      <p:sp>
        <p:nvSpPr>
          <p:cNvPr id="27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28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11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공동 완주 반복의 요금만 비교합니다.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양수 절감은 기준 − 후보입니다. 시나리오 내 일치하는 공동 완주 반복을 평균한 뒤 시나리오를 동일 가중합니다.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40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후보 / 기준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 / 쌍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낮음/동일/높음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 / 독립 na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tive HiGHS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 / 117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-0.16%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-0.28%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3/28/8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 / V9 적시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 후보 전달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32 / 96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6.59%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11.19%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19/11/2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 / V7 비용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 다듬기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32 / 95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6.41%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10.88%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17/13/2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 / V5 유효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 계획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26 / 78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-0.07%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-0.11%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7/14/5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 / V7 비용 다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 / 86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5.26%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8.85%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13/15/1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715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819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비교별 분모가 다릅니다. 구간이 0을 포함하면 안정적인 비용 우위를 주장하지 않습니다. 모든 악화 ID와 조건부 구간은 보고서에 보존합니다.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12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 손실·최악 비용 악화를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모든 비교에서 보존합니다.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 얻음/잃음은 전체 일치 반복의 episode 기준입니다. 최악 비용 증가는 비교 가능한 시나리오 평균 기준입니다.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비교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비용 악화 시나리오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최악 증가 ₩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완주 얻음/잃음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30,000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21,067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26 / 15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21,067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27 / 15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33,200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42 / 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2,867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27 / 18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392,150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 / 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18,200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36 / 12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18,200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37 / 12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231,550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54 / 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9,100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34 / 21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29018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39495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어느 이전 기준에든 완주 손실이 있으면 기본값 관측 자격을 얻지 못합니다. 모든 총/추가 요금 악화·완주 손실 ID를 보고서에 남깁니다.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13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변경 수는 같은 공동 완주 집합에서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별도 단위로 비교합니다.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변경 1회는 아직 실행하지 않은 반출·적출 시작·반납 날짜 하나의 수정입니다. 비용과 합친 점수나 임의 원화 가중치를 만들지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비교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공동 완주 반복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기준 변경 합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후보 변경 합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53,667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12,117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6,033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9,709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129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5,778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9,489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3,351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7,755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126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5,589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40,758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117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45,972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17,625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10,510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14,157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10,058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14,094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v10VsV5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4,854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10,002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7,274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31,677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29018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39495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변경 수의 미확보 값은 0이 아닙니다. native 안정성 주장은 같은 native 공동 완주 쌍에서 엄격히 적은 변경과 비용 구간 조건을 함께 요구합니다.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14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다섯 방법이 모두 완주한 집합에서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요금·변경의 Pareto를 따로 봅니다.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다섯 방법의 동일 반복이 모두 완주한 부분집합만 사용합니다. 시나리오별 공동 반복을 평균한 뒤 시나리오를 동일 가중합니다.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4" cy="2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149"/>
                <a:gridCol w="1835149"/>
                <a:gridCol w="1835149"/>
                <a:gridCol w="1835149"/>
                <a:gridCol w="1835149"/>
                <a:gridCol w="1835149"/>
              </a:tblGrid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정책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시나리오/반복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평균합 ₩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평균합 ₩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변경 평균합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V5 유효 계획 유지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36 / 108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150,747,750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87,094,400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940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36 / 108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156,822,983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93,169,633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1,035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36 / 108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156,749,683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93,096,333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1,106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36 / 108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150,204,450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86,551,100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10,751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36 / 108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150,289,050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86,635,700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2,311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V5 유효 계획 유지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25 / 74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153,615,000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91,410,900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1,326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25 / 74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159,157,533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96,953,433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1,493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25 / 74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158,948,233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96,744,133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1,584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25 / 74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153,112,500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90,908,400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8,785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V10 동일 요금 계획 유지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25 / 74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153,492,750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91,288,650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3,083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29018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39495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 선택된 집합의 요금과 변경은 별도 축입니다. 우위는 양쪽 비악화와 한쪽 엄격 개선일 때만이며, 전체 완주 손실·선택 편향은 남습니다.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15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원 날짜·요금·선택 근거와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통계를 독립 검산합니다.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Python이 2,160개 episode를 확인했습니다. V10 선택 호출 4,236개, 동률 유지 2,961개, 엄격 교체 0개를 원 날짜에서 재구성합니다.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검산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경계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cache / proposal / selected 원 날짜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현재 요율·물리 자원·실행 잠금 재계산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동률 유지 / 엄격 교체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완전 proof와 기록된 기한 일관성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bootstrap / 공동 Pareto / 관측 문턱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별도 Python 통계 검산; 같은 index SHA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현장·전역 최적·외부 시계 인증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확인하지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조건부 비용 구간은 공동 완주 선택 편향을 제거하지 않습니다. 내부 독립 검산은 제3자 인증이나 운영 보장이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16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실제 기능과 연구 기준을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성과로 합치지 않습니다.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웹은 합성 주문·용량 사건의 날짜별 관측·잠금·실패·내보내기를 제공합니다. 명시적 가격·권한의 자원 메뉴는 별도 현재 관측 복구 도구입니다.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합성 웹 시뮬레이션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native 연구 증거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출처·독립 검산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작은 교육 예제는 공식 144개 입력이나 실제 현장 성과가 아닙니다. 자원 제안은 구매·배차가 아니며 V10 자체가 전역 최소 변경을 보장하지 않습니다.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17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자료로 개발을 계속하고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남은 검증은 범위별로 기록합니다.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출처·공개 요율·재현 가능한 실험이 기본 개발 경로입니다. 기업 자료·연락처·현장 시험은 선택 확장이며 이 경로의 선행 조건이 아닙니다.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검증 기록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현재 상태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알고리즘 연구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완결 실험·두 검산; 선언된 문턱은 별도 판정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브라우저 실제 조작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미검증 · 지원 연결 입구 없음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현장 적합성 / 견적 / 효과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선택 확장 · 미실시; 공개 연구의 선행 조건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본인 설명 / 질의 / 재현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빈 양식 제공 · 미확인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등록 / 당해 AI 규정 / 서약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명확히 확인되지 않음; 자료 제출 11/6 18:00 KST 해석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7148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8196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공개 등록은 정원 소진 시 종료하며 사용자의 자리·자격은 미확인입니다. 당해 AI 규정과 본인 이해를 대신 인증하지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18 / PORTPLAN V10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사전 문턱과 전체 원본을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함께 보고 다음 판단을 내립니다.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선언된 관측 문턱을 모두 충족하지 못했습니다. V10은 실험 선택 항목이며 기본값 권고 조건을 충족하지 않았습니다.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모든 기준 완주 손실 0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native 완주 손실 0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쌍 변경 감소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두 비용 구간 조건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생성분포 ·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True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True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True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스트레스 ·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False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True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True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5147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36195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관측 문턱 통과도 운영 기본값 보장이 아닙니다. 전체 입력·모든 반복·실패·proof·고정 source·두 검산을 SHA로 전달하며 최초 결과를 덮어쓰지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V10 /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PortPlan V10 · Korean competition preparation</dc:title>
  <dc:subject>Editable result-driven research deck; synthetic daily model</dc:subject>
  <dc:creator>AI-assisted PortPlan research; entrant verification pending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