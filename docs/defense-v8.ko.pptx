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01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오늘 어떤 컨테이너를 반출하고,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언제 적출·반납해야 할까요?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사용자: 알려진 수입 컨테이너와 일별 운송·창고를 함께 조정하는 계획 담당자. PortPlan은 요율 조회를 완전한 날짜 계획과 실행 이력으로 연결합니다.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 결정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창고 적출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공컨테이너 반납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V8의 완주 개선 가설은 지지되지 않았습니다. 동일분포 V8 80/216 vs V7 156/216; 스트레스 V8 48/216 vs V7 89/216. 제품 기능 추가를 알고리즘 성능 개선이나 기업 실현 절감으로 바꾸어 주장하지 않습니다.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02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세 행동은 같은 자원을 공유합니다.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266825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반출과 반납은 각각 운송 작업을 사용합니다. 적출은 여러 날 연속 점유할 수 있으며, 반출부터 반납 전까지 체류 공간을 사용합니다.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1733550"/>
          <a:ext cx="11010897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행동/상태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공유 자원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지킬 제약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반출 p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운송 작업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방출 가능일 이후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적출 u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연속 창고 점유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완료가 납기 이내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반납 r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운송 작업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적출 완료와 반납 지연 이후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체류 [p,r)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staging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계획기간 내 모든 날짜의 용량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905249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0100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일 단위 원자적 실행 모델입니다. 도로 경로·예약 슬롯·기사 근무시간·신규 주문 도착은 모델링하지 않았습니다.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03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가격을 먼저 정확히 계산하고,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전체 계획에서 선택합니다.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5429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PNC 공개 표준 보관료의 최고 도달 구간 소급 방식과 Maersk 한국 표준 D&amp;D 해석을 함께 계산합니다. 한 상자의 요금 노출은 전체 계획의 지연 비용과 다릅니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400300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400300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609850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공식 요율·기산일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895600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400300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400300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609850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완전한 날짜 후보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895600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400300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400300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609850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비용·자원·잠금 재검사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75285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8576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개별 계약·실제 청구서·세금·운송비·창고 임차료는 확인하지 않았습니다. 목표는 두 요금의 선언된 부분 문제입니다.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04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G0: 실패를 모두 같은 문제로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취급하지 않습니다.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기존 V7 36개 중 9개 실패를 독립 Python trip 모델로 사후 진단했습니다. D0 실패 7개, 실행 이후 실패 2개입니다.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진단 층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가능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불가능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미결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nominalFromStart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observedExecutedPrefix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actualHindsightFromStart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actualHindsightExecutedPrefix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36개 층 요청 / 중복 제외 22개 모델. 추가 오프라인 진단 예산이며 온라인 성과가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05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G0는 개선 가능한 대상을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구체적으로 좁힙니다.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실제 미래를 전부 알아도 불가능한 기존 실패는 6개입니다. 원래 자원·납기 모델이 같다면 전체 완주 상한은 30/36 이하입니다.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기존 실패 분류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사례 수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nominal_infeasible_from_start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actual_hindsight_and_observed_prefix_infeasible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observed_prefix_feasible_online_search_miss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9147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01954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G0 사후 진단 자체는 원 알고리즘 가시간 실험이 아닙니다. 이후 원 seed·고정 V7 코드의 추가 예산 탐침은 별도 개발 결과로 보고합니다. 기존 입력은 새 holdout이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06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실행 이력의 개발 검사에서도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단순 기준과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snapshot 개발 28개, 전체 호출 392개를 별도 검사했습니다. V8과 단순 유지의 적시 공동 63쌍: 더 저렴/동일/더 비쌈 0/63/0.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/>
                <a:gridCol w="2752725"/>
                <a:gridCol w="2752725"/>
                <a:gridCol w="2752725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개발 방법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적시 완전 / 시도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늦은 완전 후보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적시 후보 날짜 변경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단순 유지/복구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63/72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매번 다듬기/복구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63/72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1146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매번 재구성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51/72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2034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결정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63/72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warm 동일 이력 개발 검사입니다. 이 결과에서 V8이 단순 유지보다 낫다고 주장하지 않습니다. 날짜 변경 감소는 더 비싼 요금과 함께 나타날 수 있으며 냉 전체 episode와 합치지 않습니다. 원 seed 추가 예산 8회: 1,000ms에서만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적시 완전 1개, 양쪽 미완료 3개. 원래 내부 cache의 정확한 재현은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07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V8: 유효한 계획을 유지하고,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필요할 때만 개선·복구합니다.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계획을 잠금과 자원으로 재검사합니다. 유효하면 비용 기회를 확인하고 날짜 변경·단기 압력 보호를 적용합니다. 무효이면 잠금 복구를 시도합니다.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계획 유효?</a:t>
            </a:r>
          </a:p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예 → 유지/조건부 개선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무효 → 잠금 복구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완전 후보만 수락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단기 압력은 현재 명목 예측의 대리 지표입니다. 미래 완주 보장·전체 경로 비용 비증가·전역 최적 증명이 아닙니다.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08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분모와 반복을 먼저 고정했습니다.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266825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144개 업무 시나리오 × 5개 정책 × 3개 알고리즘/타이밍 반복 = 2,160개 episode. 반복은 새로운 업무 시나리오가 아닙니다.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1733550"/>
          <a:ext cx="11010897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생성분포 · 새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기존 생성기와 충격 유형, 새로운 독립 생성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새 충격 스트레스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반복 감소·미공지 회복 지연·연속 자원 충격·점진 회복; 모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든 초기 주문은 알려짐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3051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34099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전체 냉 episode 부모 기한 5,000ms. 초기화·실행·IPC·부모 검사를 포함합니다. 호출별 내부 시계는 같지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09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먼저 완주와 미확보 이력을 확인합니다.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완주는 모든 물리 행동과 최종 검사까지 기한 내 수락한 경우입니다. 미확보 이력은 물리적으로 실패했다고 단정하지 않습니다.</a:t>
            </a:r>
          </a:p>
        </p:txBody>
      </p:sp>
      <p:sp>
        <p:nvSpPr>
          <p:cNvPr id="5" name="Chart method label"/>
          <p:cNvSpPr txBox="1"/>
          <p:nvPr/>
        </p:nvSpPr>
        <p:spPr>
          <a:xfrm>
            <a:off x="590550" y="21907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V5 유효 계획 유지</a:t>
            </a:r>
          </a:p>
        </p:txBody>
      </p:sp>
      <p:sp>
        <p:nvSpPr>
          <p:cNvPr id="6" name="Editable completion bar track"/>
          <p:cNvSpPr/>
          <p:nvPr/>
        </p:nvSpPr>
        <p:spPr>
          <a:xfrm>
            <a:off x="3067050" y="21812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completion bar"/>
          <p:cNvSpPr/>
          <p:nvPr/>
        </p:nvSpPr>
        <p:spPr>
          <a:xfrm>
            <a:off x="3067050" y="2181225"/>
            <a:ext cx="306916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exact value"/>
          <p:cNvSpPr txBox="1"/>
          <p:nvPr/>
        </p:nvSpPr>
        <p:spPr>
          <a:xfrm>
            <a:off x="8801100" y="21812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120/216 · 3/3 40 · 미확보 0</a:t>
            </a:r>
          </a:p>
        </p:txBody>
      </p:sp>
      <p:sp>
        <p:nvSpPr>
          <p:cNvPr id="9" name="Chart method label"/>
          <p:cNvSpPr txBox="1"/>
          <p:nvPr/>
        </p:nvSpPr>
        <p:spPr>
          <a:xfrm>
            <a:off x="590550" y="2695575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V6 실행 잠금 복구</a:t>
            </a:r>
          </a:p>
        </p:txBody>
      </p:sp>
      <p:sp>
        <p:nvSpPr>
          <p:cNvPr id="10" name="Editable completion bar track"/>
          <p:cNvSpPr/>
          <p:nvPr/>
        </p:nvSpPr>
        <p:spPr>
          <a:xfrm>
            <a:off x="3067050" y="268605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completion bar"/>
          <p:cNvSpPr/>
          <p:nvPr/>
        </p:nvSpPr>
        <p:spPr>
          <a:xfrm>
            <a:off x="3067050" y="2686050"/>
            <a:ext cx="398991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 exact value"/>
          <p:cNvSpPr txBox="1"/>
          <p:nvPr/>
        </p:nvSpPr>
        <p:spPr>
          <a:xfrm>
            <a:off x="8801100" y="268605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156/216 · 3/3 52 · 미확보 0</a:t>
            </a:r>
          </a:p>
        </p:txBody>
      </p:sp>
      <p:sp>
        <p:nvSpPr>
          <p:cNvPr id="13" name="Chart method label"/>
          <p:cNvSpPr txBox="1"/>
          <p:nvPr/>
        </p:nvSpPr>
        <p:spPr>
          <a:xfrm>
            <a:off x="590550" y="320040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V7 비용 다듬기</a:t>
            </a:r>
          </a:p>
        </p:txBody>
      </p:sp>
      <p:sp>
        <p:nvSpPr>
          <p:cNvPr id="14" name="Editable completion bar track"/>
          <p:cNvSpPr/>
          <p:nvPr/>
        </p:nvSpPr>
        <p:spPr>
          <a:xfrm>
            <a:off x="3067050" y="319087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completion bar"/>
          <p:cNvSpPr/>
          <p:nvPr/>
        </p:nvSpPr>
        <p:spPr>
          <a:xfrm>
            <a:off x="3067050" y="3190875"/>
            <a:ext cx="398991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 exact value"/>
          <p:cNvSpPr txBox="1"/>
          <p:nvPr/>
        </p:nvSpPr>
        <p:spPr>
          <a:xfrm>
            <a:off x="8801100" y="319087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156/216 · 3/3 52 · 미확보 0</a:t>
            </a:r>
          </a:p>
        </p:txBody>
      </p:sp>
      <p:sp>
        <p:nvSpPr>
          <p:cNvPr id="17" name="Chart method label"/>
          <p:cNvSpPr txBox="1"/>
          <p:nvPr/>
        </p:nvSpPr>
        <p:spPr>
          <a:xfrm>
            <a:off x="590550" y="3705224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V8 조건부 의사결정</a:t>
            </a:r>
          </a:p>
        </p:txBody>
      </p:sp>
      <p:sp>
        <p:nvSpPr>
          <p:cNvPr id="18" name="Editable completion bar track"/>
          <p:cNvSpPr/>
          <p:nvPr/>
        </p:nvSpPr>
        <p:spPr>
          <a:xfrm>
            <a:off x="3067050" y="369570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completion bar"/>
          <p:cNvSpPr/>
          <p:nvPr/>
        </p:nvSpPr>
        <p:spPr>
          <a:xfrm>
            <a:off x="3067050" y="3695700"/>
            <a:ext cx="2046111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 exact value"/>
          <p:cNvSpPr txBox="1"/>
          <p:nvPr/>
        </p:nvSpPr>
        <p:spPr>
          <a:xfrm>
            <a:off x="8801100" y="369570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80/216 · 3/3 25 · 미확보 0</a:t>
            </a:r>
          </a:p>
        </p:txBody>
      </p:sp>
      <p:sp>
        <p:nvSpPr>
          <p:cNvPr id="21" name="Chart method label"/>
          <p:cNvSpPr txBox="1"/>
          <p:nvPr/>
        </p:nvSpPr>
        <p:spPr>
          <a:xfrm>
            <a:off x="590550" y="42100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native HiGHS</a:t>
            </a:r>
          </a:p>
        </p:txBody>
      </p:sp>
      <p:sp>
        <p:nvSpPr>
          <p:cNvPr id="22" name="Editable completion bar track"/>
          <p:cNvSpPr/>
          <p:nvPr/>
        </p:nvSpPr>
        <p:spPr>
          <a:xfrm>
            <a:off x="3067050" y="42005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completion bar"/>
          <p:cNvSpPr/>
          <p:nvPr/>
        </p:nvSpPr>
        <p:spPr>
          <a:xfrm>
            <a:off x="3067050" y="4200525"/>
            <a:ext cx="4245680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 exact value"/>
          <p:cNvSpPr txBox="1"/>
          <p:nvPr/>
        </p:nvSpPr>
        <p:spPr>
          <a:xfrm>
            <a:off x="8801100" y="42005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166/216 · 3/3 55 · 미확보 0</a:t>
            </a:r>
          </a:p>
        </p:txBody>
      </p:sp>
      <p:sp>
        <p:nvSpPr>
          <p:cNvPr id="25" name="Editable boundary note background"/>
          <p:cNvSpPr/>
          <p:nvPr/>
        </p:nvSpPr>
        <p:spPr>
          <a:xfrm>
            <a:off x="590550" y="474345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idence boundary note"/>
          <p:cNvSpPr txBox="1"/>
          <p:nvPr/>
        </p:nvSpPr>
        <p:spPr>
          <a:xfrm>
            <a:off x="781050" y="48482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막대는 episode 완주 수입니다. 세 반복 모두 완주한 시나리오 수와 미확보 이력도 함께 표시합니다.</a:t>
            </a:r>
          </a:p>
        </p:txBody>
      </p:sp>
      <p:sp>
        <p:nvSpPr>
          <p:cNvPr id="27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28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10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사례의 완주 쌍만 요금을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양수는 후보가 더 저렴합니다. 시나리오별로 일치하는 완주 반복의 평균을 먼저 구하고 시나리오를 동일 가중합니다.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0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후보 / 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 / 쌍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낮음/동일/높음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 / 80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-0.09%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0/26/2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V5 유효 계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획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 / 80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-0.08%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0/27/1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V6 실행 잠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금 복구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 / 80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0.22%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0.37%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1/26/1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독립 native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 / 80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-0.35%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-0.61%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1/19/8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49 / 147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5.69%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9.96%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26/22/1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15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19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비교마다 분모가 다릅니다. 총/추가 요금의 원화 분모·영 비용·모든 악화 ID·구간은 보고서에 공개합니다. 실패 요금은 null입니다.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11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새 충격 스트레스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먼저 완주와 미확보 이력을 확인합니다.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완주는 모든 물리 행동과 최종 검사까지 기한 내 수락한 경우입니다. 미확보 이력은 물리적으로 실패했다고 단정하지 않습니다.</a:t>
            </a:r>
          </a:p>
        </p:txBody>
      </p:sp>
      <p:sp>
        <p:nvSpPr>
          <p:cNvPr id="5" name="Chart method label"/>
          <p:cNvSpPr txBox="1"/>
          <p:nvPr/>
        </p:nvSpPr>
        <p:spPr>
          <a:xfrm>
            <a:off x="590550" y="21907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V5 유효 계획 유지</a:t>
            </a:r>
          </a:p>
        </p:txBody>
      </p:sp>
      <p:sp>
        <p:nvSpPr>
          <p:cNvPr id="6" name="Editable completion bar track"/>
          <p:cNvSpPr/>
          <p:nvPr/>
        </p:nvSpPr>
        <p:spPr>
          <a:xfrm>
            <a:off x="3067050" y="21812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completion bar"/>
          <p:cNvSpPr/>
          <p:nvPr/>
        </p:nvSpPr>
        <p:spPr>
          <a:xfrm>
            <a:off x="3067050" y="2181225"/>
            <a:ext cx="1688041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exact value"/>
          <p:cNvSpPr txBox="1"/>
          <p:nvPr/>
        </p:nvSpPr>
        <p:spPr>
          <a:xfrm>
            <a:off x="8801100" y="21812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66/216 · 3/3 22 · 미확보 0</a:t>
            </a:r>
          </a:p>
        </p:txBody>
      </p:sp>
      <p:sp>
        <p:nvSpPr>
          <p:cNvPr id="9" name="Chart method label"/>
          <p:cNvSpPr txBox="1"/>
          <p:nvPr/>
        </p:nvSpPr>
        <p:spPr>
          <a:xfrm>
            <a:off x="590550" y="2695575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V6 실행 잠금 복구</a:t>
            </a:r>
          </a:p>
        </p:txBody>
      </p:sp>
      <p:sp>
        <p:nvSpPr>
          <p:cNvPr id="10" name="Editable completion bar track"/>
          <p:cNvSpPr/>
          <p:nvPr/>
        </p:nvSpPr>
        <p:spPr>
          <a:xfrm>
            <a:off x="3067050" y="268605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completion bar"/>
          <p:cNvSpPr/>
          <p:nvPr/>
        </p:nvSpPr>
        <p:spPr>
          <a:xfrm>
            <a:off x="3067050" y="2686050"/>
            <a:ext cx="2353027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 exact value"/>
          <p:cNvSpPr txBox="1"/>
          <p:nvPr/>
        </p:nvSpPr>
        <p:spPr>
          <a:xfrm>
            <a:off x="8801100" y="268605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92/216 · 3/3 30 · 미확보 0</a:t>
            </a:r>
          </a:p>
        </p:txBody>
      </p:sp>
      <p:sp>
        <p:nvSpPr>
          <p:cNvPr id="13" name="Chart method label"/>
          <p:cNvSpPr txBox="1"/>
          <p:nvPr/>
        </p:nvSpPr>
        <p:spPr>
          <a:xfrm>
            <a:off x="590550" y="320040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V7 비용 다듬기</a:t>
            </a:r>
          </a:p>
        </p:txBody>
      </p:sp>
      <p:sp>
        <p:nvSpPr>
          <p:cNvPr id="14" name="Editable completion bar track"/>
          <p:cNvSpPr/>
          <p:nvPr/>
        </p:nvSpPr>
        <p:spPr>
          <a:xfrm>
            <a:off x="3067050" y="319087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completion bar"/>
          <p:cNvSpPr/>
          <p:nvPr/>
        </p:nvSpPr>
        <p:spPr>
          <a:xfrm>
            <a:off x="3067050" y="3190875"/>
            <a:ext cx="2276298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 exact value"/>
          <p:cNvSpPr txBox="1"/>
          <p:nvPr/>
        </p:nvSpPr>
        <p:spPr>
          <a:xfrm>
            <a:off x="8801100" y="319087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89/216 · 3/3 29 · 미확보 0</a:t>
            </a:r>
          </a:p>
        </p:txBody>
      </p:sp>
      <p:sp>
        <p:nvSpPr>
          <p:cNvPr id="17" name="Chart method label"/>
          <p:cNvSpPr txBox="1"/>
          <p:nvPr/>
        </p:nvSpPr>
        <p:spPr>
          <a:xfrm>
            <a:off x="590550" y="3705224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V8 조건부 의사결정</a:t>
            </a:r>
          </a:p>
        </p:txBody>
      </p:sp>
      <p:sp>
        <p:nvSpPr>
          <p:cNvPr id="18" name="Editable completion bar track"/>
          <p:cNvSpPr/>
          <p:nvPr/>
        </p:nvSpPr>
        <p:spPr>
          <a:xfrm>
            <a:off x="3067050" y="369570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completion bar"/>
          <p:cNvSpPr/>
          <p:nvPr/>
        </p:nvSpPr>
        <p:spPr>
          <a:xfrm>
            <a:off x="3067050" y="3695700"/>
            <a:ext cx="122766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 exact value"/>
          <p:cNvSpPr txBox="1"/>
          <p:nvPr/>
        </p:nvSpPr>
        <p:spPr>
          <a:xfrm>
            <a:off x="8801100" y="369570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48/216 · 3/3 16 · 미확보 0</a:t>
            </a:r>
          </a:p>
        </p:txBody>
      </p:sp>
      <p:sp>
        <p:nvSpPr>
          <p:cNvPr id="21" name="Chart method label"/>
          <p:cNvSpPr txBox="1"/>
          <p:nvPr/>
        </p:nvSpPr>
        <p:spPr>
          <a:xfrm>
            <a:off x="590550" y="42100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native HiGHS</a:t>
            </a:r>
          </a:p>
        </p:txBody>
      </p:sp>
      <p:sp>
        <p:nvSpPr>
          <p:cNvPr id="22" name="Editable completion bar track"/>
          <p:cNvSpPr/>
          <p:nvPr/>
        </p:nvSpPr>
        <p:spPr>
          <a:xfrm>
            <a:off x="3067050" y="42005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completion bar"/>
          <p:cNvSpPr/>
          <p:nvPr/>
        </p:nvSpPr>
        <p:spPr>
          <a:xfrm>
            <a:off x="3067050" y="4200525"/>
            <a:ext cx="2966861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 exact value"/>
          <p:cNvSpPr txBox="1"/>
          <p:nvPr/>
        </p:nvSpPr>
        <p:spPr>
          <a:xfrm>
            <a:off x="8801100" y="42005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116/216 · 3/3 38 · 미확보 0</a:t>
            </a:r>
          </a:p>
        </p:txBody>
      </p:sp>
      <p:sp>
        <p:nvSpPr>
          <p:cNvPr id="25" name="Editable boundary note background"/>
          <p:cNvSpPr/>
          <p:nvPr/>
        </p:nvSpPr>
        <p:spPr>
          <a:xfrm>
            <a:off x="590550" y="474345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idence boundary note"/>
          <p:cNvSpPr txBox="1"/>
          <p:nvPr/>
        </p:nvSpPr>
        <p:spPr>
          <a:xfrm>
            <a:off x="781050" y="48482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막대는 episode 완주 수입니다. 세 반복 모두 완주한 시나리오 수와 미확보 이력도 함께 표시합니다.</a:t>
            </a:r>
          </a:p>
        </p:txBody>
      </p:sp>
      <p:sp>
        <p:nvSpPr>
          <p:cNvPr id="27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28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12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새 충격 스트레스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사례의 완주 쌍만 요금을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양수는 후보가 더 저렴합니다. 시나리오별로 일치하는 완주 반복의 평균을 먼저 구하고 시나리오를 동일 가중합니다.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0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후보 / 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 / 쌍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낮음/동일/높음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 / 48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0/16/0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V5 유효 계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획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 / 48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0/16/0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V6 실행 잠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금 복구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 / 48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0/16/0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 / 독립 native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 / 48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0.57%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0.90%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2/9/5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 / 82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6.43%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10.65%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16/10/2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15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19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비교마다 분모가 다릅니다. 총/추가 요금의 원화 분모·영 비용·모든 악화 ID·구간은 보고서에 공개합니다. 실패 요금은 null입니다.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13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불리한 결과도 같은 화면에 남깁니다.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266825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표의 완주 증감은 episode 기준입니다. 최악 요금 악화는 비교 가능한 시나리오 평균 기준입니다. 단위와 분모를 바꿔 섞지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1733550"/>
          <a:ext cx="11010900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악화 시나리오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최악 증가 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 얻음/잃음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53,350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76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53,350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40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adaptiveVsV6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53,350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76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153,350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86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7,300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 / 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41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18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adaptiveVsV6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44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adaptiveVsHiGHS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40,000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68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235,000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34 / 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880609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985385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전체 악화·완주 손실 ID는 보고서에 보존합니다. HiGHS/V7 공통 완주 쌍의 날짜 변경: 동일 생성분포 · 새 시드 6,300→49,350 (147쌍); 새 충격 스트레스 9,394→29,876 (82쌍). 더 많은 완주·조건부 요금 개선과 변경 대가를 함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께 봅니다.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14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계산 기한과 날짜 변경의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대가도 공개합니다.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날짜 변경은 미실행 사건 날짜의 변경 횟수입니다. 작업자 시간·재배차 비용·서로 다른 컨테이너 수로 해석하지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정책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평균 부모 ms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강제 기한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관측 변경 / 미확보 episode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V5 유효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286.6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3674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V6 실행 잠금 복구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299.5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7590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310.1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7335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246.5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1563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587.2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55792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V5 유효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308.5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5740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V6 실행 잠금 복구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373.1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15175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378.4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14034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253.8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2659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560.6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53715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29018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39495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HiGHS native 시작도 전체 부모 기한에 포함됩니다. 중간 호출은 협력식 예산이며, 동일 CPU 또는 절대 실시간 보장은 주장하지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15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구현은 무엇을 확인했을까요?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266825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Python 장부가 2,160개 episode, 수락 계획 16,400개, 기록된 물리 행동 211,673개를 재구성했습니다. 완주 1,089개와 이력 미확보 0개를 구분했습니다.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1733550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확인한 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경계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요율·일별 자원·실행 잠금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JS 행렬을 재사용하지 않는 내부 독립 구현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후보 수락 및 점추정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공식 결과의 독립 재계산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scenario-cluster bootstrap 구간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별도 Python 통계 검산에서 동일 원본의 구간을 재계산함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현장 효과·전역 최적·제3자 인증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확인하지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905249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0100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구간은 완주 쌍에 조건부인 시나리오 cluster bootstrap입니다. 완주 선택 편향을 제거하지 않으며 관측 밖 운영 집단에 외삽하지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16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내 입력으로 성공과 중단을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직접 확인할 수 있습니다.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작업대 주문 가져오기 → 모의 용량 사건 설정 → 두 정책 순차 실행 → 날짜별 관측·잠금·권고·실패 검사 → 정확한 입력/결과 내보내기.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주문 + 명시적 가정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당일 정보·실행 잠금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권고 + 실패 + 내보내기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화면의 10개 주문 완주/중단 예시는 합성 학습용입니다. 공식 연구 시나리오나 실제 현장 실적이 아닙니다. 변경한 용량 가정은 이전 입력과 비교 표시합니다.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17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증거와 기여의 경계를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끝까지 유지합니다.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5429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핵심은 알려진 합성 주문의 일별 비용·완주·안정성입니다. 공개 PSPLIB 자원 모델과 벌크항만 로그는 별도의 부분 검증이며 실제 컨테이너 절감으로 합치지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400300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주체/주장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상태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설계·구현·실험·자료 작성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AI 수행; 원 연구·공개 코드·라이선스 귀속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사용자 본인 개발·검증·답변 숙련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pending · 대신 인정하지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전문가·기업 검증, 현장 비용 절감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미수행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개인 참가·AI 해석·등록/서약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본 자료로 확인하지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572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676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알고리즘 최초·SOTA·모든 경우 우월·현실 ROI·우승 확률을 주장하지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18 / PORTPLAN V8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심사위원이 같은 결정을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다시 계산할 수 있게 전달합니다.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5429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전체 입력·모든 반복·실패·실행 장부·고정 source·독립 검산·모든 악화 ID를 연결합니다. 새 재현은 새 출력 경로에 기록하며 최초 결과를 덮어쓰지 않습니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400300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자료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찾을 내용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한국어 보고서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정확한 분모·원화·구간·모든 불리한 ID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영어 이해 노트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발표 주제별 가정·결과·한계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기여 기록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AI와 사용자 미확인 상태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formal archive + review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해시로 연결된 원 입력·모든 episode·독립 검사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572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676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발표는 오늘의 결정 → 세 행동 → 실제 진단 → 고정 실험 → 손실·한계 → 직접 재현 순서로 진행합니다. 이 자료는 제출이나 서명이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V8 /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PortPlan V8 · Korean competition preparation</dc:title>
  <dc:subject>Editable result-driven research deck; synthetic daily model</dc:subject>
  <dc:creator>AI-assisted PortPlan research; entrant verification pending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