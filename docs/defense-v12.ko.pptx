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01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완전한 초기해를 먼저 확보하면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이후 날짜 선택도 달라질까요?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PortPlan V12는 빠른 완전 초기해와 동일 요금의 필요 창고 선택을 결합합니다. 초기화와 이후 실행 실패를 분리해 검증합니다.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빠른 완전 seed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물리·요금·잠금 검산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예산의 native 선택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공개 자료 기반 합성 일 단위 연구입니다. 전역 최적·미래 안전·기업 실현 절감·우승을 보장하지 않습니다.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02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하나의 날짜 장부에서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반출·연속 적출·반납을 연결합니다.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반출과 반납은 각각 운송 작업입니다. 적출은 연속 창고 일수를, 반출부터 반납 전까지는 체류 공간을 사용합니다.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897" cy="172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99"/>
                <a:gridCol w="3670299"/>
                <a:gridCol w="3670299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모형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검사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범위 밖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p / u / r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방출·납기·과거 잠금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도로·예약·기사 시간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일별 자원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truck / warehouse / staging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시간대별 현장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두 요금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공개 PNC·Maersk 해석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계약·세금·실제 청구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04050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14528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모든 주문은 시작부터 알려집니다. 미래 미공지 충격 지속시간은 계획기에 제공하지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03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공개 증거로 개발하며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기업 자료를 선행 조건으로 두지 않습니다.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공개 출처·공개 요율·공개 수학 기준·재현 가능한 합성 실험을 각각의 범위로 검증합니다.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157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증거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가능한 주장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공개 요율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명시한 요금 함수의 재계산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공개 관측·수학 기준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해당 자료에 한정한 검증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합성 주문·충격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고정 일별 모형의 방법 비교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기업 실단·견적·시험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선택 확장; 본 경로의 조건 아님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471987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576762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공개 관측을 PNC 실단으로, 교육 가격을 실제 견적으로, 시뮬레이션을 실현 절감으로 바꾸어 쓰지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04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V12: 초기 완전 후보도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원래 호출 시계 안에서 확보합니다.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유효 incumbent가 없으면 기존 시계의 앞 40ms 안에서 완전 seed를 구성·검산합니다. native는 남은 예산만 받습니다.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cache 검산 / 없거나 무효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완전 seed를 먼저 수락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남은 native 예산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constructor 반환이나 내부 최초 발견 시각만으로는 수락 증거가 아닙니다. 실제 후보·검산·선택 기록을 보존합니다.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05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요금일 때의 창고 지표는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미래 예측이 아닌 필요 하한입니다.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관측의 같은 요금 후보끼리, 다음 날 반드시 필요한 창고 점유 하한이 줄어드는 적시 완전 후보를 비교합니다.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172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선택 기준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보장하지 않는 것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현재 요금·물리·과거 잠금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미래 미공지 용량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요금의 필요 창고 하한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모든 충격에서 완주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완전한 점수·기한 기록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전역 최소 변경·전역 최적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04050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14528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더 낮은 하한은 미래 강건성의 충분조건이 아닙니다. 변경 횟수를 임의의 원화로 환산하지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06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200ms는 협력식 목표입니다.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반환 시간을 숨기지 않습니다.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이전 D0 개발 15/15개 초기 seed 수락. 전체 호출 반환은 207.19–219.80ms였습니다.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172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해석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일 호출 200ms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구성·native·IPC·검산·선택 공유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냉 episode 5초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부모 검산·정상 exit·자손그룹 정리 확인 포함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이전 D0 개발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새 정식 성과·전체 완주가 아님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04050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14528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적시 수신만으로 완료가 아닙니다. 이전 15개 D0는 전체 63개 실패가 아니며 약 207–220ms 반환을 hard 200ms 보장으로 쓰지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07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새 업무 시나리오와 반복을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구분한 최초 고정 실험입니다.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144개 업무 시나리오 × 3회 고정 반복 × 6방법 = 2,592 episode.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897" cy="172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99"/>
                <a:gridCol w="3670299"/>
                <a:gridCol w="3670299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입력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추론 단위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분포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72개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업무 시나리오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스트레스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72개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업무 시나리오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반복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3회 알고리즘/시계 반복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새 독립 업무 표본 아님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04050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14528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생성기·충격 목록은 이전 규칙을 유지합니다. V12 constructor와 native seed0의 반복을 독립 무작위 알고리즘 표본으로 주장하지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08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생성분포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초기화와 이후 실패를 나눕니다.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완전 초기 계획을 얻은 수와 전체 실행 완주 수는 같지 않습니다. 확인하지 못한 D0 이력은 실패 0으로 바꾸지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895" cy="235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/>
                <a:gridCol w="1706879"/>
                <a:gridCol w="1706879"/>
                <a:gridCol w="1706879"/>
                <a:gridCol w="1706879"/>
                <a:gridCol w="1706879"/>
              </a:tblGrid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방법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완주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초기 수락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D0 실패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후속 실패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D0 미확보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166/216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165/216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166/216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유지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169/216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 필요 창고 선택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169/216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 완전 초기해 + 창고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181/216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668202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772977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표의 숫자는 같은 정식 입력에서 수집한 원기록과 독립 검산에서 가져옵니다. 실패 전체 요금은 null입니다.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09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스트레스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초기화와 이후 실패를 나눕니다.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완전 초기 계획을 얻은 수와 전체 실행 완주 수는 같지 않습니다. 확인하지 못한 D0 이력은 실패 0으로 바꾸지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895" cy="235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/>
                <a:gridCol w="1706879"/>
                <a:gridCol w="1706879"/>
                <a:gridCol w="1706879"/>
                <a:gridCol w="1706879"/>
                <a:gridCol w="1706879"/>
              </a:tblGrid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방법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완주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초기 수락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D0 실패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후속 실패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D0 미확보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79/216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81/216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105/216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74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유지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114/216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 필요 창고 선택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111/216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 완전 초기해 + 창고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120/216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668202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772977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표의 숫자는 같은 정식 입력에서 수집한 원기록과 독립 검산에서 가져옵니다. 실패 전체 요금은 null입니다.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10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생성분포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V12의 각 기준별 공동 완주 비교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추가 두 요금의 절감과 날짜 변경은 각 비교의 같은 공동 완주 집합에서만 해석합니다.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248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875"/>
                <a:gridCol w="1381125"/>
                <a:gridCol w="1381125"/>
                <a:gridCol w="1143000"/>
                <a:gridCol w="2381250"/>
                <a:gridCol w="2295525"/>
              </a:tblGrid>
              <a:tr h="567690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 / 기준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완주 얻음/잃음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시나리오/쌍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 두 요금</a:t>
                      </a:r>
                    </a:p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절감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조건부 95% CI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변경 기준→V12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 필요 창고 선택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13/1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57/168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-0.00%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[-0.0181, 0]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17177→16734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유지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13/1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57/168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0.04%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[-0.0269, 0.1665]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12007→16734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19/4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55/162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-0.12%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[-0.3969, 0.0437]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56594→16245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21/5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54/160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9.56%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[6.5312, 12.9667]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7285→19552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20/5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55/161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10.12%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[6.9997, 13.8001]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7182→19828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563427"/>
            <a:ext cx="11010900" cy="6286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668202"/>
            <a:ext cx="10629900" cy="4191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절감 양수는 후보가 저렴함, 음수는 더 비쌈입니다. 0을 포함한 구간은 안정적 비용 우위가 아닙니다. 분모가 다른 비교를 순위로 합치지 않습니다. CI는 약 소수 4자리로 표시하고 작은 값의 부호는 보존합니다. 전체 정밀도는 보고서·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JSON을 참조합니다.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11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스트레스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V12의 각 기준별 공동 완주 비교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추가 두 요금의 절감과 날짜 변경은 각 비교의 같은 공동 완주 집합에서만 해석합니다.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248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875"/>
                <a:gridCol w="1381125"/>
                <a:gridCol w="1381125"/>
                <a:gridCol w="1143000"/>
                <a:gridCol w="2381250"/>
                <a:gridCol w="2295525"/>
              </a:tblGrid>
              <a:tr h="567690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 / 기준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완주 얻음/잃음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시나리오/쌍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 두 요금</a:t>
                      </a:r>
                    </a:p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절감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조건부 95% CI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변경 기준→V12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 필요 창고 선택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9/0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37/111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0.00%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[0, 0]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16515→17272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유지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9/3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37/111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-0.02%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[-0.0823, 0.0028]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13488→17272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18/3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34/102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-0.73%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[-2.3546, -0.0200]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35943→15817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50/11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24/70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8.38%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[0.9788, 12.5122]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6130→8495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3623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51/10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23/69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6.70%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[1.6987, 10.1047]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5846→8217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563427"/>
            <a:ext cx="11010900" cy="6286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668202"/>
            <a:ext cx="10629900" cy="4191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절감 양수는 후보가 저렴함, 음수는 더 비쌈입니다. 0을 포함한 구간은 안정적 비용 우위가 아닙니다. 분모가 다른 비교를 순위로 합치지 않습니다. CI는 약 소수 4자리로 표시하고 작은 값의 부호는 보존합니다. 전체 정밀도는 보고서·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JSON을 참조합니다.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12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생성분포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여섯 방법 공통 집합도 따로 봅니다.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모든 여섯 방법이 같은 반복에 완주한 48개 시나리오 / 143개 일치 실행입니다.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020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725"/>
                <a:gridCol w="2752725"/>
                <a:gridCol w="2752725"/>
                <a:gridCol w="2752725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방법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시나리오 평균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추가요금 평균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변경 평균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313,500,717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181,128,317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1,814.00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312,431,017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180,058,617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1,876.33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294,098,550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161,726,150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17,316.00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294,337,450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161,965,050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3,451.00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 필요 창고 선택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294,246,450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161,874,050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5,130.00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 완전 초기해 + 창고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294,246,450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161,874,050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5,018.50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334952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439727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먼저 시나리오 안의 공통 반복을 평균합니다. 이 조건 집합의 Pareto는 전체 완주 손실을 상쇄하지 않고, 가중 종합 점수도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13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스트레스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여섯 방법 공통 집합도 따로 봅니다.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모든 여섯 방법이 같은 반복에 완주한 23개 시나리오 / 69개 일치 실행입니다.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020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725"/>
                <a:gridCol w="2752725"/>
                <a:gridCol w="2752725"/>
                <a:gridCol w="2752725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방법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시나리오 평균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추가요금 평균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변경 평균 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295,541,183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172,624,733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1,948.67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298,784,633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175,868,183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2,009.00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283,462,250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160,545,800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7,045.00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283,944,950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161,028,500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2,354.00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 필요 창고 선택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283,979,500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161,063,050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2,735.00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 완전 초기해 + 창고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283,979,500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161,063,050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2,739.00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334952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439727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먼저 시나리오 안의 공통 반복을 평균합니다. 이 조건 집합의 Pareto는 전체 완주 손실을 상쇄하지 않고, 가중 종합 점수도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14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사전 문턱을 통과했는지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기준별로 그대로 공개합니다.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포함된 다섯 기준 중 하나라도 완주 손실이 있으면 기본값 필요조건을 통과하지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1294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725"/>
                <a:gridCol w="2752725"/>
                <a:gridCol w="2752725"/>
                <a:gridCol w="2752725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5기준 손실 0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관측 기본값 필요조건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native/V10/V11 안정성 조건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생성분포 ·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False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False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False/False/False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스트레스 ·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False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False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False/False/False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3609022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3713797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순증가·조건부 절감·Pareto 위치가 손실을 취소하지 않습니다. 관측 문턱 통과도 현장 기본값이나 보편적 비퇴보 증명이 아닙니다. V5는 미포함입니다.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15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불리한 사례를 제외하지 않습니다.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266825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모든 완료 손실과 요금 악화 식별자는 중·한 보고서에 전체 목록으로 보존합니다.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1733550"/>
          <a:ext cx="11010900" cy="3415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2667000"/>
                <a:gridCol w="1333500"/>
                <a:gridCol w="2571750"/>
                <a:gridCol w="2724150"/>
              </a:tblGrid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V12 / 기준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완주 손실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악화 시나리오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추가요금 악화 시나리오</a:t>
                      </a:r>
                    </a:p>
                  </a:txBody>
                  <a:tcPr marL="95250" marR="95250" marT="38100" marB="38100">
                    <a:solidFill>
                      <a:srgbClr val="E6F0E4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 필요 창고 선택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유지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V11 필요 창고 선택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유지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HiGHS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11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  <a:tr h="310515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</a:t>
                      </a:r>
                    </a:p>
                  </a:txBody>
                  <a:tcPr marL="95250" marR="95250" marT="38100" marB="38100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32066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42544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두 요금의 모든 negativeScenarioIds/negativeEpisodeIds와 완료 lostEpisodeIds를 원기록에서 다시 도출해 누락을 거부합니다. 최악 손실도 함께 보고합니다.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16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개발 진단은 새 정식 분모에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합치지 않습니다.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기존 D0 초기화, 고정 실행 전후의 작은 재생, CP-SAT 진단은 각각의 오래된 입력 범위를 유지합니다.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172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별도 자료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해석 범위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이전 D0 seed 개발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 endpoints; 전체 D0 실패·전체 경로 아님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prefix 개발 재생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과거 잠금에서의 소규모 기전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CP-SAT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이전 9개 snapshot 독립 진단; 정식 6법 아님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04050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14528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별도 개발 결과로 새 주문 144개 또는 2,592개 실행 분모를 늘리거나, 다른 예산·정보 범위를 직접 순위로 만들지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17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원본·두 검산·자료를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SHA로 전달합니다.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원본 입력·반복·실패·구성 후보·현재 관측·과거 잠금·선택 증거와 고정 source를 모두 남깁니다.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420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증거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SHA-256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662940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정식 index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141ac68b0627e74ffa41f881078d9d73304263240e858d148c64e915622</a:t>
                      </a:r>
                    </a:p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17646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62940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물리·선택 검산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cf1ef392780593c71ad90cfcc1f2a3911d78fdcaa2ee55cd4405929aa66d</a:t>
                      </a:r>
                    </a:p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d757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62940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통계 검산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82e7c19eb8e7b4db27ef98b5d0a94fbb6bbd617fc5381dc22a4b7398d7</a:t>
                      </a:r>
                    </a:p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ca2a17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734877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839652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다운로드 청크를 같은 프로젝트 root로 합친 뒤 SHA를 검증합니다. 재실행은 새 디렉터리에 저장하고 최초 결과를 덮어쓰지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18 / PORTPLAN V12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본인이 재현하고 설명할 수 있는지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별도로 확인합니다.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연구 자료 생성은 본인 이해·등록·현장 조작을 대신 인증하지 않습니다. 빈 기록으로 실제 재현과 질문을 준비합니다.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157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항목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구분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초기화 / 후속 실패 / 전체 완주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각 범위와 숫자를 설명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협력 200ms / 부모 5초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반환 초과를 숨기지 않음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공동 분모 / 조건부 CI / 음의 결과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실제 원기록을 찾아 설명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31482"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Browser / 본인 실연 / 당해 규정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Autofit/>
                    </a:bodyPr>
                    <a:lstStyle/>
                    <a:p>
                      <a:pPr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50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실제 기록으로만 확인; 기업 시험은 선택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471987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576762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발표자료는 20쪽 이내입니다. 당해 발표/질의 시간, 자격·등록·AI/서약은 확인된 내용만 쓰며 우승을 보장하지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V12 /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PortPlan V12 · Korean competition preparation</dc:title>
  <dc:subject>Editable result-driven research deck; synthetic daily model</dc:subject>
  <dc:creator>AI-assisted PortPlan research; entrant verification pending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